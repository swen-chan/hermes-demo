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6373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 Swen。
今天分享的主题是 Hermes Agent。
但注意副标题——这场分享本身，从大纲到 slides，都是 Hermes 帮我准备的。
我们直接开始。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很多人第一次听说 AI Agent 可能是从各种产品 demo，我是从 OpenClaw 社群开始的。
深圳站和香港站这两张照片，是我最早接触 Agent 社群的时候。
当时就在想，能不能有一个 Agent 真正帮我干活，而不是只在 demo 里炫技。
后来遇到了 Hermes。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和 Hermes 本质上是同类工具——都有 SOUL、Memory、Skills、多平台接入。
区别不在 feature，在哲学：Hermes 是 OpenClaw 社区实践沉淀后的进化版。
三个关键设计选择：工作系统化（不是一次 prompt）、持久记忆（不从头聊）、可控执行（信任才能持续用）。
核心理念：你定原则，它干活；你审结果，它改进。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我整理了一份完整的搭建指南，从零到跑通，每一步都有。
现场打开文档给大家看一眼结构。
如果你对 Agent 搭建感兴趣，或者想看我分享商业化、创业方向的思考，可以关注我 Twitter。
我经常在上面发 Agent 实战经验。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现在放一段压缩剪辑，是我和 Hermes 的完整交互。
就是你现在看到的这些 slides、大纲、指南，都是刚才那 1 分半里 Hermes 帮我写的。
"我用 Hermes 准备了这场关于 Hermes 的分享"——这就是今天这场分享的 meta 层。
回到刚才副标题：这场分享，是 Hermes 自己准备的。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最后一页，拍照就行。
有任何问题欢迎随时交流。
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Hermes Agent 的搭建和使用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2860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这场分享，是 Hermes 自己准备的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Openclaw龙虾热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64592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57200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</a:t>
            </a:r>
            <a:r>
              <a:rPr lang="en-US" sz="17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龙虾热：社群现象，象征意义大于其本身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范式转变：从Chat</a:t>
            </a:r>
            <a:r>
              <a:rPr lang="en-US" altLang="zh-CN" sz="17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r>
              <a:rPr lang="zh-CN" altLang="en-US" sz="17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到真实执行</a:t>
            </a:r>
            <a:endParaRPr lang="en-US" sz="1700" dirty="0"/>
          </a:p>
        </p:txBody>
      </p:sp>
      <p:pic>
        <p:nvPicPr>
          <p:cNvPr id="12" name="Picture 11" descr="A person speaking into a microphone in front of a group of people&#10;&#10;AI-generated content may be incorrect.">
            <a:extLst>
              <a:ext uri="{FF2B5EF4-FFF2-40B4-BE49-F238E27FC236}">
                <a16:creationId xmlns:a16="http://schemas.microsoft.com/office/drawing/2014/main" id="{D73D2562-67C5-6796-B437-9E50780B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8" t="36740" r="-1" b="8178"/>
          <a:stretch>
            <a:fillRect/>
          </a:stretch>
        </p:blipFill>
        <p:spPr>
          <a:xfrm>
            <a:off x="5303520" y="365760"/>
            <a:ext cx="3547573" cy="2618892"/>
          </a:xfrm>
          <a:prstGeom prst="rect">
            <a:avLst/>
          </a:prstGeom>
        </p:spPr>
      </p:pic>
      <p:pic>
        <p:nvPicPr>
          <p:cNvPr id="14" name="Picture 13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D4C193E9-B676-8920-5235-5000B5E830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978"/>
          <a:stretch>
            <a:fillRect/>
          </a:stretch>
        </p:blipFill>
        <p:spPr>
          <a:xfrm>
            <a:off x="686259" y="2502308"/>
            <a:ext cx="4172337" cy="24699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23D941-D8C6-FECA-6F16-3D8B1A8321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03" t="18749" b="-1"/>
          <a:stretch>
            <a:fillRect/>
          </a:stretch>
        </p:blipFill>
        <p:spPr>
          <a:xfrm>
            <a:off x="5205769" y="598556"/>
            <a:ext cx="3298151" cy="4179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OpenClaw 到 Hermes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打开了想象力，结合社区最佳实践进化成了 Hermes。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28600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286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不只是对话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定义人格，AGENTS 约束边界，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积累经验。一次配置，持续生效。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28600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286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不从头开始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跨 session 持久化。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下次打开不用重新交代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你是谁、怎么干活。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28600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286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可控才能持续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危险操作等你确认。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信任不是说说——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是设计出来的。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从想象力到日常。从单次惊艳到持续可用。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从零搭建 Hermes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64592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1965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7223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完整指南：03-hermes-guide.md（可独立分发）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关键步骤：安装 → 配置模型 → 定义 SOUL/AGENTS → 接入 Telegram → 开始使用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 Agent 搭建、商业化、创业思考 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Twitter/X:  @swen_chan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Demo：真实交互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64592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solidFill>
            <a:srgbClr val="000000"/>
          </a:solidFill>
          <a:ln w="2540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播放 Demo 视频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（压缩剪辑，1.5min）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Meta-Demo 逻辑：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这场分享的每一份文件，都是 Hermes 在真实对话中一步步生成的。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你看到的不是「我做了一个 Agent」，而是「Agent 帮我做了这件事」。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 err="1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21031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swen_chan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66160" y="2286000"/>
            <a:ext cx="21031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@swen_chan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21031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🐙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swen-chan</a:t>
            </a:r>
            <a:endParaRPr lang="en-US" sz="1500" dirty="0"/>
          </a:p>
        </p:txBody>
      </p:sp>
      <p:pic>
        <p:nvPicPr>
          <p:cNvPr id="17" name="Picture 16" descr="A qr code with two speech bubbles&#10;&#10;AI-generated content may be incorrect.">
            <a:extLst>
              <a:ext uri="{FF2B5EF4-FFF2-40B4-BE49-F238E27FC236}">
                <a16:creationId xmlns:a16="http://schemas.microsoft.com/office/drawing/2014/main" id="{69F14598-8C17-54D7-3217-6E15AE47A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890" y="3749040"/>
            <a:ext cx="1231900" cy="1219200"/>
          </a:xfrm>
          <a:prstGeom prst="rect">
            <a:avLst/>
          </a:prstGeom>
        </p:spPr>
      </p:pic>
      <p:pic>
        <p:nvPicPr>
          <p:cNvPr id="19" name="Picture 18" descr="A qr code on a black background&#10;&#10;AI-generated content may be incorrect.">
            <a:extLst>
              <a:ext uri="{FF2B5EF4-FFF2-40B4-BE49-F238E27FC236}">
                <a16:creationId xmlns:a16="http://schemas.microsoft.com/office/drawing/2014/main" id="{53CB24AA-E4C8-4CD1-FF6E-90333814E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3558540"/>
            <a:ext cx="1638300" cy="1600200"/>
          </a:xfrm>
          <a:prstGeom prst="rect">
            <a:avLst/>
          </a:prstGeom>
        </p:spPr>
      </p:pic>
      <p:pic>
        <p:nvPicPr>
          <p:cNvPr id="21" name="Picture 20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21311C66-3BFC-DD1B-154F-DE18F0C62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844" y="3742690"/>
            <a:ext cx="1231900" cy="1231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355</Words>
  <Application>Microsoft Macintosh PowerPoint</Application>
  <PresentationFormat>On-screen Show (16:9)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 的搭建和使用</dc:title>
  <dc:subject>PptxGenJS Presentation</dc:subject>
  <dc:creator>Swen Chan</dc:creator>
  <cp:lastModifiedBy>a18281</cp:lastModifiedBy>
  <cp:revision>5</cp:revision>
  <dcterms:created xsi:type="dcterms:W3CDTF">2026-05-31T08:12:10Z</dcterms:created>
  <dcterms:modified xsi:type="dcterms:W3CDTF">2026-05-31T08:37:34Z</dcterms:modified>
</cp:coreProperties>
</file>